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1098" r:id="rId3"/>
    <p:sldId id="1099" r:id="rId4"/>
    <p:sldId id="257" r:id="rId5"/>
    <p:sldId id="1100" r:id="rId6"/>
    <p:sldId id="1101" r:id="rId7"/>
    <p:sldId id="1102" r:id="rId8"/>
    <p:sldId id="1103" r:id="rId9"/>
    <p:sldId id="1221" r:id="rId10"/>
    <p:sldId id="1222" r:id="rId11"/>
    <p:sldId id="1167" r:id="rId12"/>
    <p:sldId id="1242" r:id="rId13"/>
    <p:sldId id="1105" r:id="rId14"/>
    <p:sldId id="1243" r:id="rId15"/>
    <p:sldId id="1244" r:id="rId16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ambria Math" panose="02040503050406030204" pitchFamily="18" charset="0"/>
      <p:regular r:id="rId22"/>
    </p:embeddedFont>
    <p:embeddedFont>
      <p:font typeface="Noto Sans KR" panose="020B0200000000000000" pitchFamily="34" charset="-128"/>
      <p:regular r:id="rId23"/>
      <p:bold r:id="rId24"/>
    </p:embeddedFont>
    <p:embeddedFont>
      <p:font typeface="Noto Sans Kr Bold" panose="020B0200000000000000" pitchFamily="34" charset="-128"/>
      <p:bold r:id="rId25"/>
    </p:embeddedFont>
    <p:embeddedFont>
      <p:font typeface="맑은 고딕" panose="020B0503020000020004" pitchFamily="34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DC45C-1FAA-416E-AF59-E98CD7F2ED99}" v="59" dt="2026-10-22T12:52:24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은우" userId="e867da2e-791e-4d0e-9a36-8c696253c279" providerId="ADAL" clId="{BA6D8861-DBEA-475F-9D5A-0D4A0560A554}"/>
    <pc:docChg chg="undo custSel addSld delSld modSld sldOrd">
      <pc:chgData name="김은우" userId="e867da2e-791e-4d0e-9a36-8c696253c279" providerId="ADAL" clId="{BA6D8861-DBEA-475F-9D5A-0D4A0560A554}" dt="2026-10-22T13:02:31.286" v="962" actId="2890"/>
      <pc:docMkLst>
        <pc:docMk/>
      </pc:docMkLst>
      <pc:sldChg chg="addSp delSp modSp mod">
        <pc:chgData name="김은우" userId="e867da2e-791e-4d0e-9a36-8c696253c279" providerId="ADAL" clId="{BA6D8861-DBEA-475F-9D5A-0D4A0560A554}" dt="2026-10-22T07:46:05.937" v="867" actId="2711"/>
        <pc:sldMkLst>
          <pc:docMk/>
          <pc:sldMk cId="0" sldId="257"/>
        </pc:sldMkLst>
        <pc:spChg chg="add mod">
          <ac:chgData name="김은우" userId="e867da2e-791e-4d0e-9a36-8c696253c279" providerId="ADAL" clId="{BA6D8861-DBEA-475F-9D5A-0D4A0560A554}" dt="2026-10-22T04:04:02.259" v="33" actId="20577"/>
          <ac:spMkLst>
            <pc:docMk/>
            <pc:sldMk cId="0" sldId="257"/>
            <ac:spMk id="3" creationId="{604AA55D-8DFB-190C-DA79-D16E61394CB5}"/>
          </ac:spMkLst>
        </pc:spChg>
        <pc:spChg chg="add mod">
          <ac:chgData name="김은우" userId="e867da2e-791e-4d0e-9a36-8c696253c279" providerId="ADAL" clId="{BA6D8861-DBEA-475F-9D5A-0D4A0560A554}" dt="2026-10-22T07:46:05.937" v="867" actId="2711"/>
          <ac:spMkLst>
            <pc:docMk/>
            <pc:sldMk cId="0" sldId="257"/>
            <ac:spMk id="6" creationId="{D405AD10-FDD7-D789-63CB-023175B3FB88}"/>
          </ac:spMkLst>
        </pc:spChg>
        <pc:picChg chg="add del mod modCrop">
          <ac:chgData name="김은우" userId="e867da2e-791e-4d0e-9a36-8c696253c279" providerId="ADAL" clId="{BA6D8861-DBEA-475F-9D5A-0D4A0560A554}" dt="2026-10-22T04:11:46.668" v="229" actId="478"/>
          <ac:picMkLst>
            <pc:docMk/>
            <pc:sldMk cId="0" sldId="257"/>
            <ac:picMk id="5" creationId="{48440E37-D1D5-1748-7A6D-7E1C7109C65B}"/>
          </ac:picMkLst>
        </pc:picChg>
        <pc:picChg chg="add mod modCrop">
          <ac:chgData name="김은우" userId="e867da2e-791e-4d0e-9a36-8c696253c279" providerId="ADAL" clId="{BA6D8861-DBEA-475F-9D5A-0D4A0560A554}" dt="2026-10-22T07:44:36.351" v="855" actId="1076"/>
          <ac:picMkLst>
            <pc:docMk/>
            <pc:sldMk cId="0" sldId="257"/>
            <ac:picMk id="8" creationId="{ADF240D1-AB82-33EA-E26A-B7D21E908573}"/>
          </ac:picMkLst>
        </pc:picChg>
        <pc:picChg chg="add mod modCrop">
          <ac:chgData name="김은우" userId="e867da2e-791e-4d0e-9a36-8c696253c279" providerId="ADAL" clId="{BA6D8861-DBEA-475F-9D5A-0D4A0560A554}" dt="2026-10-22T07:42:42.640" v="834" actId="732"/>
          <ac:picMkLst>
            <pc:docMk/>
            <pc:sldMk cId="0" sldId="257"/>
            <ac:picMk id="10" creationId="{BF9E486C-CEDE-6F90-1217-D7066D673B82}"/>
          </ac:picMkLst>
        </pc:picChg>
      </pc:sldChg>
      <pc:sldChg chg="add ord">
        <pc:chgData name="김은우" userId="e867da2e-791e-4d0e-9a36-8c696253c279" providerId="ADAL" clId="{BA6D8861-DBEA-475F-9D5A-0D4A0560A554}" dt="2026-10-22T02:28:23.270" v="2"/>
        <pc:sldMkLst>
          <pc:docMk/>
          <pc:sldMk cId="1063487102" sldId="1098"/>
        </pc:sldMkLst>
      </pc:sldChg>
      <pc:sldChg chg="add ord">
        <pc:chgData name="김은우" userId="e867da2e-791e-4d0e-9a36-8c696253c279" providerId="ADAL" clId="{BA6D8861-DBEA-475F-9D5A-0D4A0560A554}" dt="2026-10-22T02:28:56.653" v="7"/>
        <pc:sldMkLst>
          <pc:docMk/>
          <pc:sldMk cId="3876654680" sldId="1099"/>
        </pc:sldMkLst>
      </pc:sldChg>
      <pc:sldChg chg="addSp delSp modSp new mod setBg">
        <pc:chgData name="김은우" userId="e867da2e-791e-4d0e-9a36-8c696253c279" providerId="ADAL" clId="{BA6D8861-DBEA-475F-9D5A-0D4A0560A554}" dt="2026-10-22T07:42:15.596" v="832" actId="732"/>
        <pc:sldMkLst>
          <pc:docMk/>
          <pc:sldMk cId="4033350862" sldId="1100"/>
        </pc:sldMkLst>
        <pc:spChg chg="add mod">
          <ac:chgData name="김은우" userId="e867da2e-791e-4d0e-9a36-8c696253c279" providerId="ADAL" clId="{BA6D8861-DBEA-475F-9D5A-0D4A0560A554}" dt="2026-10-22T05:11:24.583" v="447" actId="14100"/>
          <ac:spMkLst>
            <pc:docMk/>
            <pc:sldMk cId="4033350862" sldId="1100"/>
            <ac:spMk id="7" creationId="{55008CD1-0F79-7FD5-D190-63A0D7D3F2AB}"/>
          </ac:spMkLst>
        </pc:spChg>
        <pc:spChg chg="add del mod">
          <ac:chgData name="김은우" userId="e867da2e-791e-4d0e-9a36-8c696253c279" providerId="ADAL" clId="{BA6D8861-DBEA-475F-9D5A-0D4A0560A554}" dt="2026-10-22T05:10:08.270" v="427"/>
          <ac:spMkLst>
            <pc:docMk/>
            <pc:sldMk cId="4033350862" sldId="1100"/>
            <ac:spMk id="8" creationId="{84C3785D-DDF3-AD15-7F69-DD5562DBFF82}"/>
          </ac:spMkLst>
        </pc:spChg>
        <pc:picChg chg="add del mod">
          <ac:chgData name="김은우" userId="e867da2e-791e-4d0e-9a36-8c696253c279" providerId="ADAL" clId="{BA6D8861-DBEA-475F-9D5A-0D4A0560A554}" dt="2026-10-22T05:24:03.053" v="482" actId="1076"/>
          <ac:picMkLst>
            <pc:docMk/>
            <pc:sldMk cId="4033350862" sldId="1100"/>
            <ac:picMk id="3" creationId="{1E3D2D0A-2C4F-7E0A-BD6B-3F40EB558BDF}"/>
          </ac:picMkLst>
        </pc:picChg>
        <pc:picChg chg="add del mod">
          <ac:chgData name="김은우" userId="e867da2e-791e-4d0e-9a36-8c696253c279" providerId="ADAL" clId="{BA6D8861-DBEA-475F-9D5A-0D4A0560A554}" dt="2026-10-22T05:24:03.053" v="482" actId="1076"/>
          <ac:picMkLst>
            <pc:docMk/>
            <pc:sldMk cId="4033350862" sldId="1100"/>
            <ac:picMk id="5" creationId="{7C776D12-DB8C-EEA0-73F6-09B58A26F6C7}"/>
          </ac:picMkLst>
        </pc:picChg>
        <pc:picChg chg="add mod modCrop">
          <ac:chgData name="김은우" userId="e867da2e-791e-4d0e-9a36-8c696253c279" providerId="ADAL" clId="{BA6D8861-DBEA-475F-9D5A-0D4A0560A554}" dt="2026-10-22T07:42:15.596" v="832" actId="732"/>
          <ac:picMkLst>
            <pc:docMk/>
            <pc:sldMk cId="4033350862" sldId="1100"/>
            <ac:picMk id="10" creationId="{719AFD48-7D84-766D-50A0-4A6FE6A45C38}"/>
          </ac:picMkLst>
        </pc:picChg>
        <pc:picChg chg="add del mod">
          <ac:chgData name="김은우" userId="e867da2e-791e-4d0e-9a36-8c696253c279" providerId="ADAL" clId="{BA6D8861-DBEA-475F-9D5A-0D4A0560A554}" dt="2026-10-22T05:20:13.787" v="469" actId="931"/>
          <ac:picMkLst>
            <pc:docMk/>
            <pc:sldMk cId="4033350862" sldId="1100"/>
            <ac:picMk id="12" creationId="{1732FB8B-03B1-60E8-C8AE-C2A8F5BC164B}"/>
          </ac:picMkLst>
        </pc:picChg>
        <pc:picChg chg="add del mod">
          <ac:chgData name="김은우" userId="e867da2e-791e-4d0e-9a36-8c696253c279" providerId="ADAL" clId="{BA6D8861-DBEA-475F-9D5A-0D4A0560A554}" dt="2026-10-22T05:20:13.787" v="469" actId="931"/>
          <ac:picMkLst>
            <pc:docMk/>
            <pc:sldMk cId="4033350862" sldId="1100"/>
            <ac:picMk id="14" creationId="{21D369E4-8587-68A0-6F2A-63D407AFDD26}"/>
          </ac:picMkLst>
        </pc:picChg>
      </pc:sldChg>
      <pc:sldChg chg="addSp modSp add mod">
        <pc:chgData name="김은우" userId="e867da2e-791e-4d0e-9a36-8c696253c279" providerId="ADAL" clId="{BA6D8861-DBEA-475F-9D5A-0D4A0560A554}" dt="2026-10-22T07:48:14.386" v="894" actId="14100"/>
        <pc:sldMkLst>
          <pc:docMk/>
          <pc:sldMk cId="2836641189" sldId="1101"/>
        </pc:sldMkLst>
        <pc:spChg chg="add mod">
          <ac:chgData name="김은우" userId="e867da2e-791e-4d0e-9a36-8c696253c279" providerId="ADAL" clId="{BA6D8861-DBEA-475F-9D5A-0D4A0560A554}" dt="2026-10-22T05:26:00.297" v="504" actId="20577"/>
          <ac:spMkLst>
            <pc:docMk/>
            <pc:sldMk cId="2836641189" sldId="1101"/>
            <ac:spMk id="3" creationId="{E4CBA73B-220C-7634-79A0-6BC55C97AD10}"/>
          </ac:spMkLst>
        </pc:spChg>
        <pc:spChg chg="add mod">
          <ac:chgData name="김은우" userId="e867da2e-791e-4d0e-9a36-8c696253c279" providerId="ADAL" clId="{BA6D8861-DBEA-475F-9D5A-0D4A0560A554}" dt="2026-10-22T07:48:14.386" v="894" actId="14100"/>
          <ac:spMkLst>
            <pc:docMk/>
            <pc:sldMk cId="2836641189" sldId="1101"/>
            <ac:spMk id="8" creationId="{DCA3D8E1-D7D0-F71D-29E5-60219FE19C59}"/>
          </ac:spMkLst>
        </pc:spChg>
        <pc:picChg chg="add mod modCrop">
          <ac:chgData name="김은우" userId="e867da2e-791e-4d0e-9a36-8c696253c279" providerId="ADAL" clId="{BA6D8861-DBEA-475F-9D5A-0D4A0560A554}" dt="2026-10-22T05:37:16.533" v="513" actId="1076"/>
          <ac:picMkLst>
            <pc:docMk/>
            <pc:sldMk cId="2836641189" sldId="1101"/>
            <ac:picMk id="5" creationId="{C088B18B-A391-0BA1-1B37-1AA6054EA9A3}"/>
          </ac:picMkLst>
        </pc:picChg>
        <pc:picChg chg="add mod">
          <ac:chgData name="김은우" userId="e867da2e-791e-4d0e-9a36-8c696253c279" providerId="ADAL" clId="{BA6D8861-DBEA-475F-9D5A-0D4A0560A554}" dt="2026-10-22T05:37:10.868" v="511" actId="1076"/>
          <ac:picMkLst>
            <pc:docMk/>
            <pc:sldMk cId="2836641189" sldId="1101"/>
            <ac:picMk id="7" creationId="{43250FA3-F5DD-B61A-8CCE-41ACCD7B2170}"/>
          </ac:picMkLst>
        </pc:picChg>
      </pc:sldChg>
      <pc:sldChg chg="addSp delSp modSp add mod">
        <pc:chgData name="김은우" userId="e867da2e-791e-4d0e-9a36-8c696253c279" providerId="ADAL" clId="{BA6D8861-DBEA-475F-9D5A-0D4A0560A554}" dt="2026-10-22T07:49:12.468" v="900" actId="1076"/>
        <pc:sldMkLst>
          <pc:docMk/>
          <pc:sldMk cId="678278862" sldId="1102"/>
        </pc:sldMkLst>
        <pc:spChg chg="add mod">
          <ac:chgData name="김은우" userId="e867da2e-791e-4d0e-9a36-8c696253c279" providerId="ADAL" clId="{BA6D8861-DBEA-475F-9D5A-0D4A0560A554}" dt="2026-10-22T05:44:20.403" v="581" actId="20577"/>
          <ac:spMkLst>
            <pc:docMk/>
            <pc:sldMk cId="678278862" sldId="1102"/>
            <ac:spMk id="3" creationId="{21C039C4-68AC-1F4B-EBE3-BD5A6785856F}"/>
          </ac:spMkLst>
        </pc:spChg>
        <pc:spChg chg="add mod">
          <ac:chgData name="김은우" userId="e867da2e-791e-4d0e-9a36-8c696253c279" providerId="ADAL" clId="{BA6D8861-DBEA-475F-9D5A-0D4A0560A554}" dt="2026-10-22T07:49:12.468" v="900" actId="1076"/>
          <ac:spMkLst>
            <pc:docMk/>
            <pc:sldMk cId="678278862" sldId="1102"/>
            <ac:spMk id="8" creationId="{1EBD4E36-A01B-4154-4814-97D54A36AE91}"/>
          </ac:spMkLst>
        </pc:spChg>
        <pc:picChg chg="add mod">
          <ac:chgData name="김은우" userId="e867da2e-791e-4d0e-9a36-8c696253c279" providerId="ADAL" clId="{BA6D8861-DBEA-475F-9D5A-0D4A0560A554}" dt="2026-10-22T06:25:45.795" v="789" actId="1076"/>
          <ac:picMkLst>
            <pc:docMk/>
            <pc:sldMk cId="678278862" sldId="1102"/>
            <ac:picMk id="5" creationId="{A6434998-CE84-FF95-3A77-74B5240E6B9F}"/>
          </ac:picMkLst>
        </pc:picChg>
        <pc:picChg chg="add del mod modCrop">
          <ac:chgData name="김은우" userId="e867da2e-791e-4d0e-9a36-8c696253c279" providerId="ADAL" clId="{BA6D8861-DBEA-475F-9D5A-0D4A0560A554}" dt="2026-10-22T06:33:55.035" v="790" actId="478"/>
          <ac:picMkLst>
            <pc:docMk/>
            <pc:sldMk cId="678278862" sldId="1102"/>
            <ac:picMk id="7" creationId="{9883DCB6-C8C7-4E21-6355-C6794BBFCCF6}"/>
          </ac:picMkLst>
        </pc:picChg>
        <pc:picChg chg="add mod modCrop">
          <ac:chgData name="김은우" userId="e867da2e-791e-4d0e-9a36-8c696253c279" providerId="ADAL" clId="{BA6D8861-DBEA-475F-9D5A-0D4A0560A554}" dt="2026-10-22T06:25:45.795" v="789" actId="1076"/>
          <ac:picMkLst>
            <pc:docMk/>
            <pc:sldMk cId="678278862" sldId="1102"/>
            <ac:picMk id="10" creationId="{42DB9697-CFA6-3643-0319-486F9B4B0D8D}"/>
          </ac:picMkLst>
        </pc:picChg>
        <pc:picChg chg="add mod">
          <ac:chgData name="김은우" userId="e867da2e-791e-4d0e-9a36-8c696253c279" providerId="ADAL" clId="{BA6D8861-DBEA-475F-9D5A-0D4A0560A554}" dt="2026-10-22T06:34:12.026" v="794" actId="1076"/>
          <ac:picMkLst>
            <pc:docMk/>
            <pc:sldMk cId="678278862" sldId="1102"/>
            <ac:picMk id="12" creationId="{876B4300-8BE7-9849-6D3B-30E115F82F75}"/>
          </ac:picMkLst>
        </pc:picChg>
      </pc:sldChg>
      <pc:sldChg chg="addSp modSp add mod">
        <pc:chgData name="김은우" userId="e867da2e-791e-4d0e-9a36-8c696253c279" providerId="ADAL" clId="{BA6D8861-DBEA-475F-9D5A-0D4A0560A554}" dt="2026-10-22T08:19:17.641" v="910" actId="1076"/>
        <pc:sldMkLst>
          <pc:docMk/>
          <pc:sldMk cId="1537833384" sldId="1103"/>
        </pc:sldMkLst>
        <pc:spChg chg="add mod">
          <ac:chgData name="김은우" userId="e867da2e-791e-4d0e-9a36-8c696253c279" providerId="ADAL" clId="{BA6D8861-DBEA-475F-9D5A-0D4A0560A554}" dt="2026-10-22T07:08:15.955" v="808" actId="20577"/>
          <ac:spMkLst>
            <pc:docMk/>
            <pc:sldMk cId="1537833384" sldId="1103"/>
            <ac:spMk id="3" creationId="{8C9F6293-E51D-D172-4AD8-AD9ECC80827F}"/>
          </ac:spMkLst>
        </pc:spChg>
        <pc:picChg chg="add mod">
          <ac:chgData name="김은우" userId="e867da2e-791e-4d0e-9a36-8c696253c279" providerId="ADAL" clId="{BA6D8861-DBEA-475F-9D5A-0D4A0560A554}" dt="2026-10-22T07:25:41.734" v="818" actId="1076"/>
          <ac:picMkLst>
            <pc:docMk/>
            <pc:sldMk cId="1537833384" sldId="1103"/>
            <ac:picMk id="5" creationId="{0A097D94-ECF6-7817-57CE-E5C4356088D8}"/>
          </ac:picMkLst>
        </pc:picChg>
        <pc:picChg chg="add mod modCrop">
          <ac:chgData name="김은우" userId="e867da2e-791e-4d0e-9a36-8c696253c279" providerId="ADAL" clId="{BA6D8861-DBEA-475F-9D5A-0D4A0560A554}" dt="2026-10-22T08:19:17.641" v="910" actId="1076"/>
          <ac:picMkLst>
            <pc:docMk/>
            <pc:sldMk cId="1537833384" sldId="1103"/>
            <ac:picMk id="7" creationId="{4F9B5F07-731C-0C0C-DA0D-DFC551FBAF16}"/>
          </ac:picMkLst>
        </pc:picChg>
        <pc:picChg chg="add mod">
          <ac:chgData name="김은우" userId="e867da2e-791e-4d0e-9a36-8c696253c279" providerId="ADAL" clId="{BA6D8861-DBEA-475F-9D5A-0D4A0560A554}" dt="2026-10-22T07:26:01.712" v="826" actId="1037"/>
          <ac:picMkLst>
            <pc:docMk/>
            <pc:sldMk cId="1537833384" sldId="1103"/>
            <ac:picMk id="9" creationId="{CBB3664A-F374-ABB2-DB35-1CBBFC697BAB}"/>
          </ac:picMkLst>
        </pc:picChg>
      </pc:sldChg>
      <pc:sldChg chg="add del">
        <pc:chgData name="김은우" userId="e867da2e-791e-4d0e-9a36-8c696253c279" providerId="ADAL" clId="{BA6D8861-DBEA-475F-9D5A-0D4A0560A554}" dt="2026-10-22T11:01:15.124" v="913" actId="47"/>
        <pc:sldMkLst>
          <pc:docMk/>
          <pc:sldMk cId="569283097" sldId="1104"/>
        </pc:sldMkLst>
      </pc:sldChg>
      <pc:sldChg chg="add del">
        <pc:chgData name="김은우" userId="e867da2e-791e-4d0e-9a36-8c696253c279" providerId="ADAL" clId="{BA6D8861-DBEA-475F-9D5A-0D4A0560A554}" dt="2026-10-22T07:50:17.258" v="908" actId="47"/>
        <pc:sldMkLst>
          <pc:docMk/>
          <pc:sldMk cId="2064663280" sldId="1105"/>
        </pc:sldMkLst>
      </pc:sldChg>
      <pc:sldChg chg="add">
        <pc:chgData name="김은우" userId="e867da2e-791e-4d0e-9a36-8c696253c279" providerId="ADAL" clId="{BA6D8861-DBEA-475F-9D5A-0D4A0560A554}" dt="2026-10-22T11:00:47.358" v="911" actId="2890"/>
        <pc:sldMkLst>
          <pc:docMk/>
          <pc:sldMk cId="2584165664" sldId="1105"/>
        </pc:sldMkLst>
      </pc:sldChg>
      <pc:sldChg chg="modSp add mod">
        <pc:chgData name="김은우" userId="e867da2e-791e-4d0e-9a36-8c696253c279" providerId="ADAL" clId="{BA6D8861-DBEA-475F-9D5A-0D4A0560A554}" dt="2026-10-22T11:01:55.335" v="924" actId="20577"/>
        <pc:sldMkLst>
          <pc:docMk/>
          <pc:sldMk cId="2912614457" sldId="1167"/>
        </pc:sldMkLst>
        <pc:spChg chg="mod">
          <ac:chgData name="김은우" userId="e867da2e-791e-4d0e-9a36-8c696253c279" providerId="ADAL" clId="{BA6D8861-DBEA-475F-9D5A-0D4A0560A554}" dt="2026-10-22T11:01:55.335" v="924" actId="20577"/>
          <ac:spMkLst>
            <pc:docMk/>
            <pc:sldMk cId="2912614457" sldId="1167"/>
            <ac:spMk id="2" creationId="{9E47EF94-8BE9-9CA0-9F78-86CCE3428223}"/>
          </ac:spMkLst>
        </pc:spChg>
      </pc:sldChg>
      <pc:sldChg chg="modSp add mod">
        <pc:chgData name="김은우" userId="e867da2e-791e-4d0e-9a36-8c696253c279" providerId="ADAL" clId="{BA6D8861-DBEA-475F-9D5A-0D4A0560A554}" dt="2026-10-22T11:01:49.228" v="919" actId="20577"/>
        <pc:sldMkLst>
          <pc:docMk/>
          <pc:sldMk cId="3981834197" sldId="1221"/>
        </pc:sldMkLst>
        <pc:spChg chg="mod">
          <ac:chgData name="김은우" userId="e867da2e-791e-4d0e-9a36-8c696253c279" providerId="ADAL" clId="{BA6D8861-DBEA-475F-9D5A-0D4A0560A554}" dt="2026-10-22T11:01:49.228" v="919" actId="20577"/>
          <ac:spMkLst>
            <pc:docMk/>
            <pc:sldMk cId="3981834197" sldId="1221"/>
            <ac:spMk id="3" creationId="{19273F5B-CE9E-70A2-3B74-32BF671336B7}"/>
          </ac:spMkLst>
        </pc:spChg>
      </pc:sldChg>
      <pc:sldChg chg="modSp add mod">
        <pc:chgData name="김은우" userId="e867da2e-791e-4d0e-9a36-8c696253c279" providerId="ADAL" clId="{BA6D8861-DBEA-475F-9D5A-0D4A0560A554}" dt="2026-10-22T11:01:42.350" v="918" actId="20577"/>
        <pc:sldMkLst>
          <pc:docMk/>
          <pc:sldMk cId="3380425193" sldId="1222"/>
        </pc:sldMkLst>
        <pc:spChg chg="mod">
          <ac:chgData name="김은우" userId="e867da2e-791e-4d0e-9a36-8c696253c279" providerId="ADAL" clId="{BA6D8861-DBEA-475F-9D5A-0D4A0560A554}" dt="2026-10-22T11:01:42.350" v="918" actId="20577"/>
          <ac:spMkLst>
            <pc:docMk/>
            <pc:sldMk cId="3380425193" sldId="1222"/>
            <ac:spMk id="3" creationId="{40CAE270-C223-4411-893A-2506F2154FA8}"/>
          </ac:spMkLst>
        </pc:spChg>
      </pc:sldChg>
      <pc:sldChg chg="modSp add mod ord">
        <pc:chgData name="김은우" userId="e867da2e-791e-4d0e-9a36-8c696253c279" providerId="ADAL" clId="{BA6D8861-DBEA-475F-9D5A-0D4A0560A554}" dt="2026-10-22T13:02:23.374" v="960" actId="1076"/>
        <pc:sldMkLst>
          <pc:docMk/>
          <pc:sldMk cId="0" sldId="1242"/>
        </pc:sldMkLst>
        <pc:spChg chg="mod">
          <ac:chgData name="김은우" userId="e867da2e-791e-4d0e-9a36-8c696253c279" providerId="ADAL" clId="{BA6D8861-DBEA-475F-9D5A-0D4A0560A554}" dt="2026-10-22T12:58:47.547" v="942" actId="20577"/>
          <ac:spMkLst>
            <pc:docMk/>
            <pc:sldMk cId="0" sldId="1242"/>
            <ac:spMk id="3" creationId="{00000000-0000-0000-0000-000000000000}"/>
          </ac:spMkLst>
        </pc:spChg>
        <pc:graphicFrameChg chg="mod modGraphic">
          <ac:chgData name="김은우" userId="e867da2e-791e-4d0e-9a36-8c696253c279" providerId="ADAL" clId="{BA6D8861-DBEA-475F-9D5A-0D4A0560A554}" dt="2026-10-22T13:02:23.374" v="960" actId="1076"/>
          <ac:graphicFrameMkLst>
            <pc:docMk/>
            <pc:sldMk cId="0" sldId="1242"/>
            <ac:graphicFrameMk id="4" creationId="{00000000-0000-0000-0000-000000000000}"/>
          </ac:graphicFrameMkLst>
        </pc:graphicFrameChg>
      </pc:sldChg>
      <pc:sldChg chg="add">
        <pc:chgData name="김은우" userId="e867da2e-791e-4d0e-9a36-8c696253c279" providerId="ADAL" clId="{BA6D8861-DBEA-475F-9D5A-0D4A0560A554}" dt="2026-10-22T13:02:31.104" v="961" actId="2890"/>
        <pc:sldMkLst>
          <pc:docMk/>
          <pc:sldMk cId="1160916170" sldId="1243"/>
        </pc:sldMkLst>
      </pc:sldChg>
      <pc:sldChg chg="add">
        <pc:chgData name="김은우" userId="e867da2e-791e-4d0e-9a36-8c696253c279" providerId="ADAL" clId="{BA6D8861-DBEA-475F-9D5A-0D4A0560A554}" dt="2026-10-22T13:02:31.286" v="962" actId="2890"/>
        <pc:sldMkLst>
          <pc:docMk/>
          <pc:sldMk cId="3043564403" sldId="12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F551B-A5CF-4B9D-B775-DE0AD6B78204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983CE-ADEF-4255-A7AD-D0C6E5B92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9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1"/>
            <a:ext cx="18285820" cy="10285462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217966"/>
            <a:endParaRPr lang="ko-KR" altLang="en-US" sz="2390">
              <a:solidFill>
                <a:prstClr val="white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14404" y="333651"/>
            <a:ext cx="16459200" cy="401970"/>
          </a:xfrm>
        </p:spPr>
        <p:txBody>
          <a:bodyPr>
            <a:spAutoFit/>
          </a:bodyPr>
          <a:lstStyle>
            <a:lvl1pPr algn="l">
              <a:defRPr sz="2012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Insert Title</a:t>
            </a:r>
            <a:endParaRPr lang="ko-KR" altLang="en-US" dirty="0"/>
          </a:p>
        </p:txBody>
      </p:sp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7010400" y="10013158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Calibri" pitchFamily="34" charset="0"/>
                <a:cs typeface="Calibri" pitchFamily="34" charset="0"/>
              </a:defRPr>
            </a:lvl1pPr>
          </a:lstStyle>
          <a:p>
            <a:pPr algn="ctr" defTabSz="1371600" fontAlgn="base">
              <a:spcBef>
                <a:spcPct val="0"/>
              </a:spcBef>
              <a:spcAft>
                <a:spcPct val="0"/>
              </a:spcAft>
              <a:defRPr/>
            </a:pPr>
            <a:fld id="{8D46227C-2B83-47D3-AC0B-9D2C103B96CC}" type="slidenum">
              <a:rPr kumimoji="1" lang="ko-KR" altLang="en-US" sz="1200" b="1" i="0" u="none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pPr algn="ctr" defTabSz="13716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 sz="1200" b="1" i="0" u="none" dirty="0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087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52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2307" y="4366895"/>
            <a:ext cx="8523387" cy="14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Multirate</a:t>
            </a:r>
            <a:r>
              <a:rPr lang="en-US" sz="50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Signal Processing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(Decimation, Interpolation)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813E-B866-F961-A7CB-0F4B3AAA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D3A88-0A12-52E2-6568-A33423CF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211472"/>
            <a:ext cx="16459200" cy="646331"/>
          </a:xfrm>
        </p:spPr>
        <p:txBody>
          <a:bodyPr/>
          <a:lstStyle/>
          <a:p>
            <a:r>
              <a:rPr lang="en-US" altLang="ko-KR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(2) Oversampling ADC</a:t>
            </a:r>
            <a:r>
              <a:rPr lang="ko-KR" altLang="en-US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에서의 </a:t>
            </a:r>
            <a:r>
              <a:rPr lang="en-US" altLang="ko-KR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Decimation Filter</a:t>
            </a:r>
            <a:endParaRPr lang="ko-KR" altLang="en-US" sz="3600" b="1" dirty="0">
              <a:solidFill>
                <a:srgbClr val="005A9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1282D-FE75-622C-7FAE-80624F3DB661}"/>
              </a:ext>
            </a:extLst>
          </p:cNvPr>
          <p:cNvSpPr/>
          <p:nvPr/>
        </p:nvSpPr>
        <p:spPr>
          <a:xfrm>
            <a:off x="3873652" y="2429868"/>
            <a:ext cx="1248196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Sine wave (1kHz)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1C989-EB4B-382E-5029-296A459E86A4}"/>
              </a:ext>
            </a:extLst>
          </p:cNvPr>
          <p:cNvSpPr/>
          <p:nvPr/>
        </p:nvSpPr>
        <p:spPr>
          <a:xfrm>
            <a:off x="5555210" y="2417378"/>
            <a:ext cx="1248196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128kHz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12bit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(ADC)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D8D3D-E4FE-14AB-B049-65BC7C7093D6}"/>
              </a:ext>
            </a:extLst>
          </p:cNvPr>
          <p:cNvSpPr/>
          <p:nvPr/>
        </p:nvSpPr>
        <p:spPr>
          <a:xfrm>
            <a:off x="10163641" y="2430440"/>
            <a:ext cx="2449174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2:1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 Filter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2F327F-F9F5-1C51-C12E-0B3B8992E96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121849" y="3052244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D5297C-0D39-3F75-87C9-FE0D040BD27E}"/>
              </a:ext>
            </a:extLst>
          </p:cNvPr>
          <p:cNvCxnSpPr>
            <a:cxnSpLocks/>
          </p:cNvCxnSpPr>
          <p:nvPr/>
        </p:nvCxnSpPr>
        <p:spPr>
          <a:xfrm>
            <a:off x="6790345" y="3035114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882389-DB49-81BA-E61A-E289ADE30D44}"/>
              </a:ext>
            </a:extLst>
          </p:cNvPr>
          <p:cNvCxnSpPr>
            <a:cxnSpLocks/>
          </p:cNvCxnSpPr>
          <p:nvPr/>
        </p:nvCxnSpPr>
        <p:spPr>
          <a:xfrm>
            <a:off x="9743343" y="3078368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5FC6B6-7075-CD7C-9980-864A2C0DDC77}"/>
              </a:ext>
            </a:extLst>
          </p:cNvPr>
          <p:cNvCxnSpPr>
            <a:cxnSpLocks/>
          </p:cNvCxnSpPr>
          <p:nvPr/>
        </p:nvCxnSpPr>
        <p:spPr>
          <a:xfrm>
            <a:off x="12612815" y="3040040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0C12C18E-8A71-93B4-BBF0-8D798B3BA083}"/>
              </a:ext>
            </a:extLst>
          </p:cNvPr>
          <p:cNvSpPr/>
          <p:nvPr/>
        </p:nvSpPr>
        <p:spPr>
          <a:xfrm>
            <a:off x="7257093" y="2412738"/>
            <a:ext cx="2449174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4:1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 Filter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1902E-DE81-0344-25A5-C139A88DD93E}"/>
              </a:ext>
            </a:extLst>
          </p:cNvPr>
          <p:cNvSpPr txBox="1"/>
          <p:nvPr/>
        </p:nvSpPr>
        <p:spPr>
          <a:xfrm>
            <a:off x="12733442" y="2727336"/>
            <a:ext cx="3087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16kHz &amp; 16bit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997B2B8-C2E3-6297-9E36-8D947D50690D}"/>
              </a:ext>
            </a:extLst>
          </p:cNvPr>
          <p:cNvSpPr/>
          <p:nvPr/>
        </p:nvSpPr>
        <p:spPr>
          <a:xfrm>
            <a:off x="2603626" y="4443064"/>
            <a:ext cx="14326764" cy="4582464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>
              <a:buAutoNum type="arabicPeriod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Simulator (C code)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1kHz Tone (Sine Wave) Generation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구현하여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12bit Quantization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8:1 Decimation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를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4:1 FIR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와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2:1 FIR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로 구현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(OSR = 8)</a:t>
            </a:r>
          </a:p>
          <a:p>
            <a:pPr marL="1371330" lvl="1" indent="-685800">
              <a:buFont typeface="+mj-lt"/>
              <a:buAutoNum type="arabicParenR"/>
            </a:pP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입력 신호의 주파수는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4kHz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이내로 가정하고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FIR Filter Spec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을 정할 것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+mj-lt"/>
              <a:buAutoNum type="arabicPeriod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RTL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(Verilog)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Decimation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를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RTL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구현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Bench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에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1kHz Tone (12bit Quantization)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포함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Decimation Filter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출력이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Simulator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출력과 동일한지 확인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8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407A-6BFC-F142-9D27-52745B8C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B88E8-6A5F-702F-F94D-FF8015B2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211472"/>
            <a:ext cx="16459200" cy="646331"/>
          </a:xfrm>
        </p:spPr>
        <p:txBody>
          <a:bodyPr/>
          <a:lstStyle/>
          <a:p>
            <a:r>
              <a:rPr lang="en-US" altLang="ko-KR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(4) </a:t>
            </a:r>
            <a:r>
              <a:rPr lang="ko-KR" altLang="en-US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모뎀 수신기에서의 </a:t>
            </a:r>
            <a:r>
              <a:rPr lang="en-US" altLang="ko-KR" sz="3600" b="1" dirty="0">
                <a:solidFill>
                  <a:srgbClr val="005A9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Interpolation Filter</a:t>
            </a:r>
            <a:endParaRPr lang="ko-KR" altLang="en-US" sz="3600" b="1" dirty="0">
              <a:solidFill>
                <a:srgbClr val="005A9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05168-0E08-4FAF-AC2F-40ED9384632B}"/>
              </a:ext>
            </a:extLst>
          </p:cNvPr>
          <p:cNvSpPr/>
          <p:nvPr/>
        </p:nvSpPr>
        <p:spPr>
          <a:xfrm>
            <a:off x="3873652" y="2429868"/>
            <a:ext cx="1248196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Sine wave (2MHz)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2B8F-4E7D-3E11-60B1-CDCB07B9DCB0}"/>
              </a:ext>
            </a:extLst>
          </p:cNvPr>
          <p:cNvSpPr/>
          <p:nvPr/>
        </p:nvSpPr>
        <p:spPr>
          <a:xfrm>
            <a:off x="5555210" y="2417378"/>
            <a:ext cx="1248196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8MHz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10bit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(ADC)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8B0CA7-57E2-91AE-4D2A-77ECD430BAE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121849" y="3052244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F8CA1F-16E8-48F8-286D-537305B9E9B5}"/>
              </a:ext>
            </a:extLst>
          </p:cNvPr>
          <p:cNvCxnSpPr>
            <a:cxnSpLocks/>
          </p:cNvCxnSpPr>
          <p:nvPr/>
        </p:nvCxnSpPr>
        <p:spPr>
          <a:xfrm>
            <a:off x="6790345" y="3035114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3C570CFF-F082-6482-C67D-DB3F3C45DA95}"/>
              </a:ext>
            </a:extLst>
          </p:cNvPr>
          <p:cNvSpPr/>
          <p:nvPr/>
        </p:nvSpPr>
        <p:spPr>
          <a:xfrm>
            <a:off x="7257093" y="2412738"/>
            <a:ext cx="2449174" cy="1244752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2x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Interpolation</a:t>
            </a:r>
          </a:p>
          <a:p>
            <a:pPr algn="ctr" defTabSz="1217966"/>
            <a:r>
              <a:rPr lang="en-US" altLang="ko-KR" sz="20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lang="ko-KR" altLang="en-US" sz="20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14">
            <a:extLst>
              <a:ext uri="{FF2B5EF4-FFF2-40B4-BE49-F238E27FC236}">
                <a16:creationId xmlns:a16="http://schemas.microsoft.com/office/drawing/2014/main" id="{F7E269B8-C70E-837C-C69D-C6A9380D0F85}"/>
              </a:ext>
            </a:extLst>
          </p:cNvPr>
          <p:cNvCxnSpPr>
            <a:cxnSpLocks/>
          </p:cNvCxnSpPr>
          <p:nvPr/>
        </p:nvCxnSpPr>
        <p:spPr>
          <a:xfrm>
            <a:off x="9709955" y="3040040"/>
            <a:ext cx="43336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2ED38E-A7F9-03FD-6A96-DA9741B7445F}"/>
              </a:ext>
            </a:extLst>
          </p:cNvPr>
          <p:cNvSpPr txBox="1"/>
          <p:nvPr/>
        </p:nvSpPr>
        <p:spPr>
          <a:xfrm>
            <a:off x="9830582" y="2727336"/>
            <a:ext cx="3087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16MHz &amp; 10bit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E8F0194-4B59-B927-5116-1056FAB1D571}"/>
              </a:ext>
            </a:extLst>
          </p:cNvPr>
          <p:cNvSpPr/>
          <p:nvPr/>
        </p:nvSpPr>
        <p:spPr>
          <a:xfrm>
            <a:off x="2603626" y="4443064"/>
            <a:ext cx="14326764" cy="4582464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>
              <a:buAutoNum type="arabicPeriod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Simulator (C code)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1MHz Tone (Sine Wave) Generation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구현하여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10bit Quantization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Interpolation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를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로 구현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입력 신호의 주파수는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2MHz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이내로 가정하고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FIR Filter Spec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을 정할 것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buFont typeface="+mj-lt"/>
              <a:buAutoNum type="arabicPeriod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RTL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(Verilog)</a:t>
            </a: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Interpolation Filter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를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RTL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구현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Bench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에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2MHz Tone (10bit)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포함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330" lvl="1" indent="-685800">
              <a:buFont typeface="+mj-lt"/>
              <a:buAutoNum type="arabicParenR"/>
            </a:pP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Interpolation Filter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출력이 </a:t>
            </a:r>
            <a:r>
              <a:rPr lang="en-US" altLang="ko-KR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Simulator </a:t>
            </a:r>
            <a:r>
              <a:rPr lang="ko-KR" altLang="en-US" sz="2800" dirty="0">
                <a:solidFill>
                  <a:srgbClr val="005A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출력과 동일한지 확인</a:t>
            </a:r>
            <a:endParaRPr lang="en-US" altLang="ko-KR" sz="2800" dirty="0">
              <a:solidFill>
                <a:srgbClr val="005A9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5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4AA55D-8DFB-190C-DA79-D16E61394CB5}"/>
              </a:ext>
            </a:extLst>
          </p:cNvPr>
          <p:cNvSpPr txBox="1"/>
          <p:nvPr/>
        </p:nvSpPr>
        <p:spPr>
          <a:xfrm>
            <a:off x="539115" y="312421"/>
            <a:ext cx="7395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 rate Reduction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5AD10-FDD7-D789-63CB-023175B3FB88}"/>
                  </a:ext>
                </a:extLst>
              </p:cNvPr>
              <p:cNvSpPr txBox="1"/>
              <p:nvPr/>
            </p:nvSpPr>
            <p:spPr>
              <a:xfrm>
                <a:off x="10522564" y="5372100"/>
                <a:ext cx="7384435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200" dirty="0">
                    <a:latin typeface="+mj-lt"/>
                  </a:rPr>
                  <a:t>Sampling points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𝑀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개중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𝑀</m:t>
                    </m:r>
                    <m:r>
                      <a:rPr lang="en-US" altLang="ko-KR" sz="2200" i="1" dirty="0" smtClean="0">
                        <a:latin typeface="+mj-lt"/>
                      </a:rPr>
                      <m:t>−1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개의</a:t>
                </a:r>
                <a:r>
                  <a:rPr lang="en-US" altLang="ko-KR" sz="2200" dirty="0">
                    <a:latin typeface="+mj-lt"/>
                  </a:rPr>
                  <a:t> Sampling points</a:t>
                </a:r>
                <a:r>
                  <a:rPr lang="ko-KR" altLang="en-US" sz="2200" dirty="0">
                    <a:latin typeface="+mj-lt"/>
                  </a:rPr>
                  <a:t>를 버림으로써 남은 </a:t>
                </a:r>
                <a:r>
                  <a:rPr lang="en-US" altLang="ko-KR" sz="2200" dirty="0">
                    <a:latin typeface="+mj-lt"/>
                  </a:rPr>
                  <a:t>sampling points</a:t>
                </a:r>
                <a:r>
                  <a:rPr lang="ko-KR" altLang="en-US" sz="2200" dirty="0">
                    <a:latin typeface="+mj-lt"/>
                  </a:rPr>
                  <a:t>간의 간격이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𝑀𝑇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만큼 늘어난다</a:t>
                </a:r>
                <a:r>
                  <a:rPr lang="en-US" altLang="ko-KR" sz="2200" dirty="0">
                    <a:latin typeface="+mj-lt"/>
                  </a:rPr>
                  <a:t>. </a:t>
                </a:r>
                <a:r>
                  <a:rPr lang="ko-KR" altLang="en-US" sz="2200" dirty="0"/>
                  <a:t>따라서</a:t>
                </a:r>
                <a:r>
                  <a:rPr lang="ko-KR" altLang="en-US" sz="2200" dirty="0">
                    <a:latin typeface="+mj-lt"/>
                  </a:rPr>
                  <a:t> </a:t>
                </a:r>
                <a:r>
                  <a:rPr lang="en-US" altLang="ko-KR" sz="2200" dirty="0">
                    <a:latin typeface="+mj-lt"/>
                  </a:rPr>
                  <a:t>sampling period</a:t>
                </a:r>
                <a:r>
                  <a:rPr lang="ko-KR" altLang="en-US" sz="2200" dirty="0">
                    <a:latin typeface="+mj-lt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𝑇</m:t>
                    </m:r>
                    <m:r>
                      <a:rPr lang="en-US" altLang="ko-KR" sz="2200" i="1" dirty="0" smtClean="0">
                        <a:latin typeface="+mj-lt"/>
                      </a:rPr>
                      <m:t>’=</m:t>
                    </m:r>
                    <m:r>
                      <a:rPr lang="en-US" altLang="ko-KR" sz="2200" i="1" dirty="0" smtClean="0">
                        <a:latin typeface="+mj-lt"/>
                      </a:rPr>
                      <m:t>𝑀𝑇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가 되면서 </a:t>
                </a:r>
                <a:r>
                  <a:rPr lang="en-US" altLang="ko-KR" sz="2200" dirty="0">
                    <a:latin typeface="+mj-lt"/>
                  </a:rPr>
                  <a:t>sampling rate</a:t>
                </a:r>
                <a:r>
                  <a:rPr lang="ko-KR" altLang="en-US" sz="2200" dirty="0">
                    <a:latin typeface="+mj-lt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𝑓</m:t>
                    </m:r>
                    <m:r>
                      <a:rPr lang="en-US" altLang="ko-KR" sz="2200" i="1" dirty="0" smtClean="0">
                        <a:latin typeface="+mj-lt"/>
                      </a:rPr>
                      <m:t>=1/</m:t>
                    </m:r>
                    <m:r>
                      <a:rPr lang="en-US" altLang="ko-KR" sz="2200" i="1" dirty="0" smtClean="0">
                        <a:latin typeface="+mj-lt"/>
                      </a:rPr>
                      <m:t>𝑇</m:t>
                    </m:r>
                    <m:r>
                      <a:rPr lang="en-US" altLang="ko-KR" sz="2200" i="1" dirty="0" smtClean="0">
                        <a:latin typeface="+mj-lt"/>
                      </a:rPr>
                      <m:t>’=1/</m:t>
                    </m:r>
                    <m:r>
                      <a:rPr lang="en-US" altLang="ko-KR" sz="2200" i="1" dirty="0" smtClean="0">
                        <a:latin typeface="+mj-lt"/>
                      </a:rPr>
                      <m:t>𝑀𝑇</m:t>
                    </m:r>
                    <m:r>
                      <a:rPr lang="en-US" altLang="ko-KR" sz="2200" i="1" dirty="0" smtClean="0">
                        <a:latin typeface="+mj-lt"/>
                      </a:rPr>
                      <m:t> 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이므로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+mj-lt"/>
                      </a:rPr>
                      <m:t>𝑀</m:t>
                    </m:r>
                  </m:oMath>
                </a14:m>
                <a:r>
                  <a:rPr lang="ko-KR" altLang="en-US" sz="2200" dirty="0">
                    <a:latin typeface="+mj-lt"/>
                  </a:rPr>
                  <a:t>만큼 줄어들게 된다</a:t>
                </a:r>
                <a:r>
                  <a:rPr lang="en-US" altLang="ko-KR" sz="2200" dirty="0">
                    <a:latin typeface="+mj-lt"/>
                  </a:rPr>
                  <a:t>. </a:t>
                </a:r>
                <a:endParaRPr lang="ko-KR" altLang="en-US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05AD10-FDD7-D789-63CB-023175B3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2564" y="5372100"/>
                <a:ext cx="7384435" cy="1785104"/>
              </a:xfrm>
              <a:prstGeom prst="rect">
                <a:avLst/>
              </a:prstGeom>
              <a:blipFill>
                <a:blip r:embed="rId2"/>
                <a:stretch>
                  <a:fillRect l="-1073" t="-2730" b="-6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ADF240D1-AB82-33EA-E26A-B7D21E908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92"/>
          <a:stretch>
            <a:fillRect/>
          </a:stretch>
        </p:blipFill>
        <p:spPr>
          <a:xfrm>
            <a:off x="10544174" y="2019300"/>
            <a:ext cx="6981826" cy="32480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9E486C-CEDE-6F90-1217-D7066D673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7" r="5283" b="1654"/>
          <a:stretch>
            <a:fillRect/>
          </a:stretch>
        </p:blipFill>
        <p:spPr>
          <a:xfrm>
            <a:off x="762000" y="1262063"/>
            <a:ext cx="8991600" cy="70818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3D2D0A-2C4F-7E0A-BD6B-3F40EB558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3" y="2699148"/>
            <a:ext cx="7937499" cy="42267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776D12-DB8C-EEA0-73F6-09B58A26F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086100"/>
            <a:ext cx="7937501" cy="34528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08CD1-0F79-7FD5-D190-63A0D7D3F2AB}"/>
              </a:ext>
            </a:extLst>
          </p:cNvPr>
          <p:cNvSpPr txBox="1"/>
          <p:nvPr/>
        </p:nvSpPr>
        <p:spPr>
          <a:xfrm>
            <a:off x="539114" y="312421"/>
            <a:ext cx="906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 rate Reduction in Digital Freq Domain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9AFD48-7D84-766D-50A0-4A6FE6A45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6"/>
          <a:stretch>
            <a:fillRect/>
          </a:stretch>
        </p:blipFill>
        <p:spPr>
          <a:xfrm>
            <a:off x="4038601" y="7124700"/>
            <a:ext cx="10210800" cy="269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5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BCAA-219D-1461-9DF9-46B1956A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CBA73B-220C-7634-79A0-6BC55C97AD10}"/>
              </a:ext>
            </a:extLst>
          </p:cNvPr>
          <p:cNvSpPr txBox="1"/>
          <p:nvPr/>
        </p:nvSpPr>
        <p:spPr>
          <a:xfrm>
            <a:off x="539114" y="312421"/>
            <a:ext cx="906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Decimation System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88B18B-A391-0BA1-1B37-1AA6054EA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4"/>
          <a:stretch>
            <a:fillRect/>
          </a:stretch>
        </p:blipFill>
        <p:spPr>
          <a:xfrm>
            <a:off x="9512620" y="4019550"/>
            <a:ext cx="7620000" cy="2247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3250FA3-F5DD-B61A-8CCE-41ACCD7B2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32" y="1409700"/>
            <a:ext cx="7410450" cy="746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A3D8E1-D7D0-F71D-29E5-60219FE19C59}"/>
                  </a:ext>
                </a:extLst>
              </p:cNvPr>
              <p:cNvSpPr txBox="1"/>
              <p:nvPr/>
            </p:nvSpPr>
            <p:spPr>
              <a:xfrm>
                <a:off x="9512620" y="6515100"/>
                <a:ext cx="831818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ko-KR" sz="2200" dirty="0"/>
                  <a:t>따라서 </a:t>
                </a:r>
                <a14:m>
                  <m:oMath xmlns:m="http://schemas.openxmlformats.org/officeDocument/2006/math">
                    <m:r>
                      <a:rPr lang="ko-KR" altLang="ko-KR" sz="22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ko-KR" sz="2200" dirty="0"/>
                  <a:t>배만큼 </a:t>
                </a:r>
                <a:r>
                  <a:rPr lang="ko-KR" altLang="ko-KR" sz="2200" dirty="0" err="1"/>
                  <a:t>sampling</a:t>
                </a:r>
                <a:r>
                  <a:rPr lang="ko-KR" altLang="ko-KR" sz="2200" dirty="0"/>
                  <a:t> </a:t>
                </a:r>
                <a:r>
                  <a:rPr lang="ko-KR" altLang="ko-KR" sz="2200" dirty="0" err="1"/>
                  <a:t>rate</a:t>
                </a:r>
                <a:r>
                  <a:rPr lang="ko-KR" altLang="ko-KR" sz="2200" dirty="0"/>
                  <a:t> </a:t>
                </a:r>
                <a:r>
                  <a:rPr lang="ko-KR" altLang="ko-KR" sz="2200" dirty="0" err="1"/>
                  <a:t>reduction을</a:t>
                </a:r>
                <a:r>
                  <a:rPr lang="ko-KR" altLang="ko-KR" sz="2200" dirty="0"/>
                  <a:t> 하면 </a:t>
                </a:r>
                <a:r>
                  <a:rPr lang="en-US" altLang="ko-KR" sz="2200" dirty="0" err="1"/>
                  <a:t>Digitial</a:t>
                </a:r>
                <a:r>
                  <a:rPr lang="en-US" altLang="ko-KR" sz="2200" dirty="0"/>
                  <a:t> </a:t>
                </a:r>
                <a:r>
                  <a:rPr lang="en-US" altLang="ko-KR" sz="2200" dirty="0" err="1"/>
                  <a:t>freq</a:t>
                </a:r>
                <a:r>
                  <a:rPr lang="ko-KR" altLang="ko-KR" sz="2200" dirty="0"/>
                  <a:t>에서는 </a:t>
                </a:r>
                <a:r>
                  <a:rPr lang="ko-KR" altLang="ko-KR" sz="2200" dirty="0" err="1"/>
                  <a:t>M배만큼</a:t>
                </a:r>
                <a:r>
                  <a:rPr lang="ko-KR" altLang="ko-KR" sz="2200" dirty="0"/>
                  <a:t> </a:t>
                </a:r>
                <a:r>
                  <a:rPr lang="ko-KR" altLang="ko-KR" sz="2200" dirty="0" err="1"/>
                  <a:t>spect</a:t>
                </a:r>
                <a:r>
                  <a:rPr lang="en-US" altLang="ko-KR" sz="2200" dirty="0" err="1"/>
                  <a:t>ru</a:t>
                </a:r>
                <a:r>
                  <a:rPr lang="ko-KR" altLang="ko-KR" sz="2200" dirty="0" err="1"/>
                  <a:t>m이</a:t>
                </a:r>
                <a:r>
                  <a:rPr lang="ko-KR" altLang="ko-KR" sz="2200" dirty="0"/>
                  <a:t> 넓어지니까 </a:t>
                </a:r>
                <a:r>
                  <a:rPr lang="ko-KR" altLang="ko-KR" sz="2200" dirty="0" err="1"/>
                  <a:t>aliasing을</a:t>
                </a:r>
                <a:r>
                  <a:rPr lang="ko-KR" altLang="ko-KR" sz="2200" dirty="0"/>
                  <a:t> </a:t>
                </a:r>
                <a:r>
                  <a:rPr lang="ko-KR" altLang="ko-KR" sz="2200" dirty="0" err="1"/>
                  <a:t>피할려면</a:t>
                </a:r>
                <a:r>
                  <a:rPr lang="ko-KR" altLang="ko-KR" sz="2200" dirty="0"/>
                  <a:t> </a:t>
                </a:r>
                <a:r>
                  <a:rPr lang="ko-KR" altLang="en-US" sz="2200" dirty="0"/>
                  <a:t>그전에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ko-KR" sz="2200" i="1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ko-KR" sz="22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ko-KR" sz="2200" i="1" dirty="0" err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ko-KR" sz="2200" dirty="0" err="1"/>
                  <a:t>만큼</a:t>
                </a:r>
                <a:r>
                  <a:rPr lang="ko-KR" altLang="ko-KR" sz="2200" dirty="0"/>
                  <a:t> </a:t>
                </a:r>
                <a:r>
                  <a:rPr lang="ko-KR" altLang="ko-KR" sz="2200" dirty="0" err="1"/>
                  <a:t>cutoff</a:t>
                </a:r>
                <a:r>
                  <a:rPr lang="ko-KR" altLang="ko-KR" sz="2200" dirty="0"/>
                  <a:t> 시켜야 한다.</a:t>
                </a:r>
                <a:r>
                  <a:rPr lang="ko-KR" altLang="en-US" sz="22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A3D8E1-D7D0-F71D-29E5-60219FE19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20" y="6515100"/>
                <a:ext cx="8318180" cy="1107996"/>
              </a:xfrm>
              <a:prstGeom prst="rect">
                <a:avLst/>
              </a:prstGeom>
              <a:blipFill>
                <a:blip r:embed="rId4"/>
                <a:stretch>
                  <a:fillRect l="-952" t="-4945" b="-9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6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4B78-E22A-4105-53C3-902A3CFB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039C4-68AC-1F4B-EBE3-BD5A6785856F}"/>
              </a:ext>
            </a:extLst>
          </p:cNvPr>
          <p:cNvSpPr txBox="1"/>
          <p:nvPr/>
        </p:nvSpPr>
        <p:spPr>
          <a:xfrm>
            <a:off x="539115" y="312421"/>
            <a:ext cx="73952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 rate Increasing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434998-CE84-FF95-3A77-74B5240E6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19" y="2705100"/>
            <a:ext cx="8286750" cy="3409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BD4E36-A01B-4154-4814-97D54A36AE91}"/>
                  </a:ext>
                </a:extLst>
              </p:cNvPr>
              <p:cNvSpPr txBox="1"/>
              <p:nvPr/>
            </p:nvSpPr>
            <p:spPr>
              <a:xfrm>
                <a:off x="3734369" y="7955459"/>
                <a:ext cx="107442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200" dirty="0"/>
                  <a:t>기존 </a:t>
                </a:r>
                <a:r>
                  <a:rPr lang="en-US" altLang="ko-KR" sz="2200" dirty="0"/>
                  <a:t>sampling points </a:t>
                </a:r>
                <a:r>
                  <a:rPr lang="ko-KR" altLang="en-US" sz="2200" dirty="0"/>
                  <a:t>마다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2200" dirty="0"/>
                  <a:t>개의 </a:t>
                </a:r>
                <a:r>
                  <a:rPr lang="en-US" altLang="ko-KR" sz="2200" dirty="0"/>
                  <a:t>zeros </a:t>
                </a:r>
                <a:r>
                  <a:rPr lang="ko-KR" altLang="en-US" sz="2200" dirty="0"/>
                  <a:t>삽입함으로써 </a:t>
                </a:r>
                <a:r>
                  <a:rPr lang="en-US" altLang="ko-KR" sz="2200" dirty="0"/>
                  <a:t>sampling points</a:t>
                </a:r>
                <a:r>
                  <a:rPr lang="ko-KR" altLang="en-US" sz="2200" dirty="0"/>
                  <a:t>간 간격은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2200" dirty="0"/>
                  <a:t>이 됨으로 </a:t>
                </a:r>
                <a:r>
                  <a:rPr lang="en-US" altLang="ko-KR" sz="2200" dirty="0"/>
                  <a:t>sampling rate</a:t>
                </a:r>
                <a:r>
                  <a:rPr lang="ko-KR" altLang="en-US" sz="2200" dirty="0"/>
                  <a:t>은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2200" dirty="0"/>
                  <a:t>배만큼 늘어나게 된다</a:t>
                </a:r>
                <a:r>
                  <a:rPr lang="en-US" altLang="ko-KR" sz="2200" dirty="0"/>
                  <a:t>.</a:t>
                </a:r>
                <a:endParaRPr lang="ko-KR" alt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BD4E36-A01B-4154-4814-97D54A36A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369" y="7955459"/>
                <a:ext cx="10744200" cy="769441"/>
              </a:xfrm>
              <a:prstGeom prst="rect">
                <a:avLst/>
              </a:prstGeom>
              <a:blipFill>
                <a:blip r:embed="rId3"/>
                <a:stretch>
                  <a:fillRect l="-738" t="-7143" r="-454" b="-158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42DB9697-CFA6-3643-0319-486F9B4B0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6"/>
          <a:stretch>
            <a:fillRect/>
          </a:stretch>
        </p:blipFill>
        <p:spPr>
          <a:xfrm>
            <a:off x="1080898" y="6267450"/>
            <a:ext cx="7096125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6B4300-8BE7-9849-6D3B-30E115F82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171700"/>
            <a:ext cx="8709103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7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076C-3D16-B3B9-5E61-24B9379C5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F6293-E51D-D172-4AD8-AD9ECC80827F}"/>
              </a:ext>
            </a:extLst>
          </p:cNvPr>
          <p:cNvSpPr txBox="1"/>
          <p:nvPr/>
        </p:nvSpPr>
        <p:spPr>
          <a:xfrm>
            <a:off x="539114" y="312421"/>
            <a:ext cx="90620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 rate Increasing in Digital Freq Domain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097D94-ECF6-7817-57CE-E5C435608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31" y="3705224"/>
            <a:ext cx="9187669" cy="2876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9B5F07-731C-0C0C-DA0D-DFC551FBA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1" r="2407"/>
          <a:stretch>
            <a:fillRect/>
          </a:stretch>
        </p:blipFill>
        <p:spPr>
          <a:xfrm>
            <a:off x="3428999" y="7920315"/>
            <a:ext cx="11430001" cy="13955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BB3664A-F374-ABB2-DB35-1CBBFC697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738436"/>
            <a:ext cx="76581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3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73F5B-CE9E-70A2-3B74-32BF671336B7}"/>
              </a:ext>
            </a:extLst>
          </p:cNvPr>
          <p:cNvSpPr txBox="1"/>
          <p:nvPr/>
        </p:nvSpPr>
        <p:spPr>
          <a:xfrm>
            <a:off x="539114" y="312421"/>
            <a:ext cx="8376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rate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Conversion 4:1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23218-E42E-B742-389D-383F9D444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" b="51913"/>
          <a:stretch>
            <a:fillRect/>
          </a:stretch>
        </p:blipFill>
        <p:spPr>
          <a:xfrm>
            <a:off x="161827" y="2019300"/>
            <a:ext cx="8763000" cy="68628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D00591-BCE7-6DDC-01E4-42B9483BC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0000" r="1714"/>
          <a:stretch>
            <a:fillRect/>
          </a:stretch>
        </p:blipFill>
        <p:spPr>
          <a:xfrm>
            <a:off x="9363175" y="1907410"/>
            <a:ext cx="8555171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3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AE270-C223-4411-893A-2506F2154FA8}"/>
              </a:ext>
            </a:extLst>
          </p:cNvPr>
          <p:cNvSpPr txBox="1"/>
          <p:nvPr/>
        </p:nvSpPr>
        <p:spPr>
          <a:xfrm>
            <a:off x="539114" y="312421"/>
            <a:ext cx="8376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rate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Conversion 2:1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BF77FD-50DD-C8C5-0720-A8308E5BA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38"/>
          <a:stretch>
            <a:fillRect/>
          </a:stretch>
        </p:blipFill>
        <p:spPr>
          <a:xfrm>
            <a:off x="539114" y="1638300"/>
            <a:ext cx="8376286" cy="81993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AAA91C-A18D-F26E-41B2-495968910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74" r="2001"/>
          <a:stretch>
            <a:fillRect/>
          </a:stretch>
        </p:blipFill>
        <p:spPr>
          <a:xfrm>
            <a:off x="9220200" y="3124200"/>
            <a:ext cx="840028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2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47EF94-8BE9-9CA0-9F78-86CCE3428223}"/>
              </a:ext>
            </a:extLst>
          </p:cNvPr>
          <p:cNvSpPr txBox="1"/>
          <p:nvPr/>
        </p:nvSpPr>
        <p:spPr>
          <a:xfrm>
            <a:off x="539114" y="312421"/>
            <a:ext cx="85286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Sampling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rate</a:t>
            </a:r>
            <a:r>
              <a:rPr lang="ko-KR" altLang="en-US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 </a:t>
            </a:r>
            <a:r>
              <a:rPr lang="en-US" altLang="ko-KR" sz="3000" dirty="0">
                <a:latin typeface="Noto Sans Kr Bold" panose="020B0200000000000000" pitchFamily="50" charset="-127"/>
                <a:ea typeface="Noto Sans Kr Bold" panose="020B0200000000000000" pitchFamily="50" charset="-127"/>
              </a:rPr>
              <a:t>Conversion 2x</a:t>
            </a:r>
            <a:endParaRPr lang="ko-KR" altLang="en-US" sz="3000" dirty="0"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6BBE0F-E9B3-47E9-0C9B-AF02541D2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" b="49209"/>
          <a:stretch>
            <a:fillRect/>
          </a:stretch>
        </p:blipFill>
        <p:spPr>
          <a:xfrm>
            <a:off x="228600" y="1924367"/>
            <a:ext cx="8710522" cy="723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250B1D-23D0-4B05-D221-76ED53AC0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82"/>
          <a:stretch>
            <a:fillRect/>
          </a:stretch>
        </p:blipFill>
        <p:spPr>
          <a:xfrm>
            <a:off x="9144000" y="2019300"/>
            <a:ext cx="9033668" cy="71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1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80060"/>
            <a:ext cx="16642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Rate Conversion: Noise Folding &amp; Filter Band Summary (4:1 / 2:1 / 2x)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07008"/>
            <a:ext cx="1591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9–11 Normalized Spectrum </a:t>
            </a:r>
            <a:r>
              <a:rPr lang="en-US" sz="17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— Decimation(4:1, 2:1)의 Nyquist Folding 구조와 Interpolation(2x)의 Image 생성 구조, 각 단계의 필터 Passband/Stopband 비교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94741"/>
              </p:ext>
            </p:extLst>
          </p:nvPr>
        </p:nvGraphicFramePr>
        <p:xfrm>
          <a:off x="822960" y="2164080"/>
          <a:ext cx="16642080" cy="5958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 (출처)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 (in → out)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Folding / Image 구조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 Spectrum에 도달하는 성분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 Passband / Stopband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포인트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4:1 Decimation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(Slide 9)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 kHz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(D = 4)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 Folding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(M = 4 = 2×2)</a:t>
                      </a:r>
                      <a:endParaRPr lang="en-US" sz="1200" dirty="0"/>
                    </a:p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Step 1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: 32–64 → 0–32 kHz (중간)</a:t>
                      </a:r>
                      <a:endParaRPr lang="en-US" sz="1200" dirty="0"/>
                    </a:p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Step 2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: 16–32 → 0–16 kHz (최종)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0–16 kHz 전체 —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500" dirty="0" err="1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</a:t>
                      </a: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Noise가 여기로 집중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Passband 4 kHz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Stopband 28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32–64kHz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: Stopband, 완전 억제</a:t>
                      </a:r>
                      <a:endParaRPr lang="en-US" sz="1200" dirty="0"/>
                    </a:p>
                    <a:p>
                      <a:pPr marL="342900" indent="-342900" algn="ctr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16–32kHz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: Transition/Stopband, 대부분 억제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2:1 Decimation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(Slide 10)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 kHz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(D = 2)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 Folding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 = 2 —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단계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, Cascade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불필요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 : 8–16 → 0–8 kHz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0–8 kHz —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500" dirty="0" err="1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</a:t>
                      </a: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Folding으로 세 필터 중 가장 단순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Passband 4 kHz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Stopband 12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8–16kHz Transition/Stopband이 필터로 억제됨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2x Interpolation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(Slide 11)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MHz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(I = 2)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Zero-insertion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→ 8MHz 배수마다 Image 생성</a:t>
                      </a:r>
                      <a:endParaRPr lang="en-US" sz="1200" dirty="0"/>
                    </a:p>
                    <a:p>
                      <a:pPr marL="342900" indent="-342900" algn="l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Image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6–8MHz 부근에서 등장 (2x Upsampling 단계)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0–2 MHz Baseband</a:t>
                      </a:r>
                      <a:r>
                        <a:rPr lang="ko-KR" alt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 통과 </a:t>
                      </a:r>
                      <a:r>
                        <a:rPr lang="en-US" altLang="ko-KR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6–8 MHz Image</a:t>
                      </a:r>
                      <a:r>
                        <a:rPr lang="ko-KR" alt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는 </a:t>
                      </a:r>
                      <a:r>
                        <a:rPr lang="en-US" altLang="ko-KR" sz="1500" dirty="0" err="1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upsampling</a:t>
                      </a:r>
                      <a:r>
                        <a:rPr lang="en-US" altLang="ko-KR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직후</a:t>
                      </a:r>
                      <a:r>
                        <a:rPr lang="en-US" altLang="ko-KR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 전</a:t>
                      </a:r>
                      <a:r>
                        <a:rPr lang="en-US" altLang="ko-KR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r>
                        <a:rPr lang="ko-KR" alt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에만 존재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Passband 2 MHz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Stopband 6 MHz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Filter gain = 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SzPct val="100000"/>
                        <a:buChar char="•"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Image </a:t>
                      </a:r>
                      <a:r>
                        <a:rPr lang="en-US" sz="1450" b="1" dirty="0" err="1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생성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필터가 Image 제거 + gain 2배로 진폭 복원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관찰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7A4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Decimation은 'Folding', Interpolation은 'Image 생성'</a:t>
                      </a:r>
                      <a:r>
                        <a:rPr 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— 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Folding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 대역 밖 성분을 출력 대역 안으로 겹치게 하고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(Aliasing), Image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는 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Baseband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바깥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Nyquist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대역 안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)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 복제 성분을 만든다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 Decimation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필터는 </a:t>
                      </a:r>
                      <a:r>
                        <a:rPr lang="en-US" altLang="ko-KR" sz="1450" dirty="0" err="1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Downsampling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전에 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Folding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될 성분을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, Interpolation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필터는 </a:t>
                      </a:r>
                      <a:r>
                        <a:rPr lang="en-US" altLang="ko-KR" sz="1450" dirty="0" err="1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Upsampling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후에 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Image</a:t>
                      </a:r>
                      <a:r>
                        <a:rPr lang="ko-KR" altLang="en-US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를 제거한다</a:t>
                      </a:r>
                      <a:r>
                        <a:rPr lang="en-US" altLang="ko-KR" sz="1450" dirty="0">
                          <a:solidFill>
                            <a:srgbClr val="1A1F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marL="127000" marR="152400" marT="76200" marB="76200" anchor="ctr">
                    <a:lnL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FBA4-EF5B-355E-53E0-2154D4B2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16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DECC-594B-9330-599A-00E77A23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916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2ACAF-704D-249D-C0F1-AEBC334C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56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669</Words>
  <Application>Microsoft Office PowerPoint</Application>
  <PresentationFormat>사용자 지정</PresentationFormat>
  <Paragraphs>101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Cambria Math</vt:lpstr>
      <vt:lpstr>Arial</vt:lpstr>
      <vt:lpstr>맑은 고딕</vt:lpstr>
      <vt:lpstr>Noto Sans Kr Bold</vt:lpstr>
      <vt:lpstr>Calibri</vt:lpstr>
      <vt:lpstr>Cambria</vt:lpstr>
      <vt:lpstr>Noto Sans KR</vt:lpstr>
      <vt:lpstr>Office Theme</vt:lpstr>
      <vt:lpstr>PowerPoint 프레젠테이션</vt:lpstr>
      <vt:lpstr>(2) Oversampling ADC에서의 Decimation Filter</vt:lpstr>
      <vt:lpstr>(4) 모뎀 수신기에서의 Interpolation Filter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Multirate_Signal_Processing</dc:title>
  <cp:lastModifiedBy>김은우</cp:lastModifiedBy>
  <cp:revision>1</cp:revision>
  <dcterms:created xsi:type="dcterms:W3CDTF">2006-08-16T00:00:00Z</dcterms:created>
  <dcterms:modified xsi:type="dcterms:W3CDTF">2026-10-22T13:02:32Z</dcterms:modified>
  <dc:identifier>DAHUBW5VNFk</dc:identifier>
</cp:coreProperties>
</file>